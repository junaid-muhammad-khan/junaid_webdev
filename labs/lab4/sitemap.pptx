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70" d="100"/>
          <a:sy n="70" d="100"/>
        </p:scale>
        <p:origin x="2720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B029-27CC-208E-9420-451FF3223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BDD71-AEEC-F5C2-3CBC-058B654F2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8496-C2A1-1B89-833D-CF2F1EC6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EA245-80F7-F6A6-C23B-C2595B87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87930-E30D-2C58-0FEA-8DEF9C8B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6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A316-DF30-086F-F46A-86B8C487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6256-7706-6C02-66EB-97B4E3697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BC6F9-8BA3-381E-0201-76328957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5861-10B5-0B8E-E1BA-534F7FDB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333E-E939-A34D-7D02-72D033F3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4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8C72-FB64-2E9D-3D1D-9C760DAD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AD484-2EB8-1984-DC88-18C1EF910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61DFD-9EAC-F2B6-F871-E083A5E4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15DFB-0C33-28B6-F32F-B99CAE16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91FA-9262-3741-C627-FA47D6D5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630C-7BC3-E7B4-D0F5-5A638C7B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38CFC-5811-18D5-4E59-B16C53A63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854AE-9D49-DA0F-2DE2-A72CE962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BF685-055F-F7D0-128A-3DD8AC01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B75BB-6DB6-5A88-4760-50B47F68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EC1F0-B3C0-646E-6FE1-0347319D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8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0BFD-F80B-9266-C200-ED91E164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EB40C-6C0A-D8CC-A00A-7E2FD8A47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534DB-E0FE-D27A-1165-668A83E1F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8F441-90ED-3F26-5135-F0DDD1073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ED24-8EB8-DF38-31BE-4C74CD8C5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91192-BB54-720E-3B83-BE010859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3AA679-CF2F-4954-260B-A789FE79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57F2F-6CA3-422C-A364-7A64E357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7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7D2B-6746-9765-78B4-F734DAD5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9EB5B-32A9-44CC-D094-07BA68D4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2309F-E795-EACE-E729-28AB8924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D8C8B-A014-2207-6037-7131B102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1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CC897-A9A7-6822-FF27-F77D3004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C1886-8375-0052-17DF-1E659E8A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0C2D2-9DF7-8B3D-524A-F0845A8F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562F-1B03-A24F-6DC3-889F7076D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4710-6B8D-9984-92FA-D670D3F06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45518-9A06-64F2-EB28-539CC07D0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A2996-4AA9-59CB-164D-7FEBB98B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D04B8-68A6-510D-4537-DCEF71A2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9AD01-7D8D-F135-3B23-4F1F276C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365D-6634-33D0-3A85-717B83A2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94E79-B766-1A6B-BE81-487D5E1DB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E5098-EA9D-05EC-9BB9-E2164D871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270D5-9753-981D-2A0E-5C7CF8194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16CAF-2017-171F-604F-6200E5F7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AD74-767B-C34E-46FE-5F6793C0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4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21BF-41BB-AB4B-0CF6-0D068622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D7715-5F9C-5D94-ADC8-8AD070D39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16B52-BD80-55DE-1739-FED6256F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52C46-BE6F-0BD6-92E6-FB33CEE1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01FC-8CC3-C221-F83F-353C0894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88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97807-92DB-C498-1A50-771F58571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C1ACB-213F-3390-26D5-67579DF3E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71C5A-9F9B-9F06-AA9D-C0BFA5E5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9E5E6-1985-0F45-61D7-11359A97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0F52-AA41-76CC-DF88-21DE61EB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AE4DE-2515-6C8D-BBC9-BE3A4C8E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DD86F-3FBE-E7FF-53C9-3456969FF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B28E6-FF24-C1AC-150E-AAD6A984F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43405-7060-D64E-B983-C4B0E40B6D9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F3E5-D845-72D0-35FC-70FE15F46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85DE7-0373-984E-DF36-635C3E84F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0F5DB-2D99-9B4F-87D3-E059D0D41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898CE5-6258-6E40-EA9E-D4744B53C2D5}"/>
              </a:ext>
            </a:extLst>
          </p:cNvPr>
          <p:cNvSpPr/>
          <p:nvPr/>
        </p:nvSpPr>
        <p:spPr>
          <a:xfrm>
            <a:off x="4477406" y="924910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AFB445-3D7E-BA78-C285-5247B636D2BE}"/>
              </a:ext>
            </a:extLst>
          </p:cNvPr>
          <p:cNvSpPr/>
          <p:nvPr/>
        </p:nvSpPr>
        <p:spPr>
          <a:xfrm>
            <a:off x="257503" y="3113690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1B591-0A58-0669-AA91-D0349D7F38BF}"/>
              </a:ext>
            </a:extLst>
          </p:cNvPr>
          <p:cNvSpPr/>
          <p:nvPr/>
        </p:nvSpPr>
        <p:spPr>
          <a:xfrm>
            <a:off x="3037488" y="3113690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290AF-4816-AE5B-E970-C497ED064D57}"/>
              </a:ext>
            </a:extLst>
          </p:cNvPr>
          <p:cNvSpPr/>
          <p:nvPr/>
        </p:nvSpPr>
        <p:spPr>
          <a:xfrm>
            <a:off x="5917326" y="3113690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B2B3B-223A-374F-938F-F243549E5D54}"/>
              </a:ext>
            </a:extLst>
          </p:cNvPr>
          <p:cNvSpPr/>
          <p:nvPr/>
        </p:nvSpPr>
        <p:spPr>
          <a:xfrm>
            <a:off x="9012623" y="3113690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Pet Selection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EEC3E5-7B38-C2DD-52A5-2B4BF0A9ECD1}"/>
              </a:ext>
            </a:extLst>
          </p:cNvPr>
          <p:cNvCxnSpPr>
            <a:cxnSpLocks/>
          </p:cNvCxnSpPr>
          <p:nvPr/>
        </p:nvCxnSpPr>
        <p:spPr>
          <a:xfrm>
            <a:off x="1045779" y="2322786"/>
            <a:ext cx="8755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6449DF-5B8E-868A-481A-43E3BFFC7C20}"/>
              </a:ext>
            </a:extLst>
          </p:cNvPr>
          <p:cNvCxnSpPr>
            <a:cxnSpLocks/>
          </p:cNvCxnSpPr>
          <p:nvPr/>
        </p:nvCxnSpPr>
        <p:spPr>
          <a:xfrm>
            <a:off x="5265682" y="1555530"/>
            <a:ext cx="0" cy="767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5B8CF2-0065-648A-CDC2-38466BE53EC1}"/>
              </a:ext>
            </a:extLst>
          </p:cNvPr>
          <p:cNvCxnSpPr>
            <a:stCxn id="6" idx="0"/>
          </p:cNvCxnSpPr>
          <p:nvPr/>
        </p:nvCxnSpPr>
        <p:spPr>
          <a:xfrm flipV="1">
            <a:off x="1045779" y="2322786"/>
            <a:ext cx="0" cy="790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FDBF2D-34BA-4CD1-2A17-1BFB3A4F7CDF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3815254" y="2322786"/>
            <a:ext cx="10510" cy="790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CE3385-E8D9-F41E-CA0E-9B582B5F6FF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705602" y="2322786"/>
            <a:ext cx="0" cy="790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0BE60F-4A37-2335-5A79-162342C81619}"/>
              </a:ext>
            </a:extLst>
          </p:cNvPr>
          <p:cNvCxnSpPr>
            <a:stCxn id="9" idx="0"/>
          </p:cNvCxnSpPr>
          <p:nvPr/>
        </p:nvCxnSpPr>
        <p:spPr>
          <a:xfrm flipV="1">
            <a:off x="9800899" y="2322786"/>
            <a:ext cx="0" cy="790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65E62BF-BC58-5A84-AD66-93C62C68693C}"/>
              </a:ext>
            </a:extLst>
          </p:cNvPr>
          <p:cNvSpPr/>
          <p:nvPr/>
        </p:nvSpPr>
        <p:spPr>
          <a:xfrm>
            <a:off x="10357947" y="4346027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Bread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9FCA07-A1D9-0652-4942-0C271EE9C9DD}"/>
              </a:ext>
            </a:extLst>
          </p:cNvPr>
          <p:cNvSpPr/>
          <p:nvPr/>
        </p:nvSpPr>
        <p:spPr>
          <a:xfrm>
            <a:off x="10357947" y="5263054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961A42-D79D-AF88-B75B-61BB2FC6E393}"/>
              </a:ext>
            </a:extLst>
          </p:cNvPr>
          <p:cNvSpPr/>
          <p:nvPr/>
        </p:nvSpPr>
        <p:spPr>
          <a:xfrm>
            <a:off x="10357947" y="6180081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Price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E340414-EA2D-7144-9DAE-F557E62A3DFA}"/>
              </a:ext>
            </a:extLst>
          </p:cNvPr>
          <p:cNvCxnSpPr>
            <a:stCxn id="9" idx="2"/>
          </p:cNvCxnSpPr>
          <p:nvPr/>
        </p:nvCxnSpPr>
        <p:spPr>
          <a:xfrm>
            <a:off x="9800899" y="3744310"/>
            <a:ext cx="0" cy="2751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FDDF6E2-1E87-1616-3B9B-3B9B13F16EE5}"/>
              </a:ext>
            </a:extLst>
          </p:cNvPr>
          <p:cNvCxnSpPr>
            <a:stCxn id="29" idx="1"/>
          </p:cNvCxnSpPr>
          <p:nvPr/>
        </p:nvCxnSpPr>
        <p:spPr>
          <a:xfrm flipH="1">
            <a:off x="9800899" y="4661337"/>
            <a:ext cx="5570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4DC11B7-85AA-3F9E-4D44-D3C69F302AB6}"/>
              </a:ext>
            </a:extLst>
          </p:cNvPr>
          <p:cNvCxnSpPr>
            <a:stCxn id="30" idx="1"/>
          </p:cNvCxnSpPr>
          <p:nvPr/>
        </p:nvCxnSpPr>
        <p:spPr>
          <a:xfrm flipH="1">
            <a:off x="9800899" y="5578364"/>
            <a:ext cx="5570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9DF152-D58F-E59F-10F6-08BA84682524}"/>
              </a:ext>
            </a:extLst>
          </p:cNvPr>
          <p:cNvCxnSpPr>
            <a:stCxn id="31" idx="1"/>
          </p:cNvCxnSpPr>
          <p:nvPr/>
        </p:nvCxnSpPr>
        <p:spPr>
          <a:xfrm flipH="1">
            <a:off x="9800899" y="6495391"/>
            <a:ext cx="5570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B73BA35-3597-6580-73BC-5D2E3E1A26B4}"/>
              </a:ext>
            </a:extLst>
          </p:cNvPr>
          <p:cNvSpPr/>
          <p:nvPr/>
        </p:nvSpPr>
        <p:spPr>
          <a:xfrm>
            <a:off x="7041933" y="4346027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65FFF2-A339-C1A2-6D4E-DDDFA1F29D2C}"/>
              </a:ext>
            </a:extLst>
          </p:cNvPr>
          <p:cNvCxnSpPr>
            <a:stCxn id="8" idx="2"/>
          </p:cNvCxnSpPr>
          <p:nvPr/>
        </p:nvCxnSpPr>
        <p:spPr>
          <a:xfrm>
            <a:off x="6705602" y="3744310"/>
            <a:ext cx="0" cy="917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2B147C0-AF66-E2A2-6367-1BA0D35367FE}"/>
              </a:ext>
            </a:extLst>
          </p:cNvPr>
          <p:cNvCxnSpPr>
            <a:stCxn id="40" idx="1"/>
          </p:cNvCxnSpPr>
          <p:nvPr/>
        </p:nvCxnSpPr>
        <p:spPr>
          <a:xfrm flipH="1">
            <a:off x="6705602" y="4661337"/>
            <a:ext cx="3363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286AC08-986B-86B4-CB3A-51CF2817284D}"/>
              </a:ext>
            </a:extLst>
          </p:cNvPr>
          <p:cNvSpPr/>
          <p:nvPr/>
        </p:nvSpPr>
        <p:spPr>
          <a:xfrm>
            <a:off x="4279183" y="4346027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4464FE-AF4E-FB02-7759-F8A3E9AC34AD}"/>
              </a:ext>
            </a:extLst>
          </p:cNvPr>
          <p:cNvCxnSpPr>
            <a:stCxn id="7" idx="2"/>
          </p:cNvCxnSpPr>
          <p:nvPr/>
        </p:nvCxnSpPr>
        <p:spPr>
          <a:xfrm flipH="1">
            <a:off x="3815254" y="3744310"/>
            <a:ext cx="10510" cy="917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6608991-0E52-8109-E592-D584C42D1F8F}"/>
              </a:ext>
            </a:extLst>
          </p:cNvPr>
          <p:cNvCxnSpPr>
            <a:stCxn id="45" idx="1"/>
          </p:cNvCxnSpPr>
          <p:nvPr/>
        </p:nvCxnSpPr>
        <p:spPr>
          <a:xfrm flipH="1">
            <a:off x="3815254" y="4661337"/>
            <a:ext cx="4639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8D13198-FF42-FCD5-6460-2414E6F6564D}"/>
              </a:ext>
            </a:extLst>
          </p:cNvPr>
          <p:cNvSpPr/>
          <p:nvPr/>
        </p:nvSpPr>
        <p:spPr>
          <a:xfrm>
            <a:off x="1439918" y="4346027"/>
            <a:ext cx="1576552" cy="630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47505D0-0AA7-C859-0AD1-DB7FA45EFE49}"/>
              </a:ext>
            </a:extLst>
          </p:cNvPr>
          <p:cNvCxnSpPr>
            <a:stCxn id="6" idx="2"/>
          </p:cNvCxnSpPr>
          <p:nvPr/>
        </p:nvCxnSpPr>
        <p:spPr>
          <a:xfrm>
            <a:off x="1045779" y="3744310"/>
            <a:ext cx="0" cy="917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6FC092E-4619-FCC9-AE99-804F42D687B1}"/>
              </a:ext>
            </a:extLst>
          </p:cNvPr>
          <p:cNvCxnSpPr>
            <a:stCxn id="50" idx="1"/>
          </p:cNvCxnSpPr>
          <p:nvPr/>
        </p:nvCxnSpPr>
        <p:spPr>
          <a:xfrm flipH="1">
            <a:off x="1045779" y="4661337"/>
            <a:ext cx="3941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26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14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Khan</dc:creator>
  <cp:lastModifiedBy>Junaid Khan</cp:lastModifiedBy>
  <cp:revision>1</cp:revision>
  <dcterms:created xsi:type="dcterms:W3CDTF">2026-02-24T15:14:22Z</dcterms:created>
  <dcterms:modified xsi:type="dcterms:W3CDTF">2026-02-25T03:04:29Z</dcterms:modified>
</cp:coreProperties>
</file>